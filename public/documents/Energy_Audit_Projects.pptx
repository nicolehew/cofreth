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67" d="100"/>
          <a:sy n="67" d="100"/>
        </p:scale>
        <p:origin x="85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4D78E-174C-A1F8-AB39-F839928CE9A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B0C0742-4C49-E56C-5512-B2369CD40BE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98D379-07E4-DE13-6EEC-893C0958D4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1AE20E-15E6-4162-AA26-E57ACCCB862A}" type="datetimeFigureOut">
              <a:rPr lang="en-SG" smtClean="0"/>
              <a:t>3/7/2026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399590-2A04-BB35-E6C4-B5608218D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7F2D48-C0BF-C882-4C39-0D914617B2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FFC271-B121-4B91-B70E-8D8C741BAB44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3543062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78E88F-C5E5-3EF6-0AB6-1F06309A67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48628C-D654-270A-BCDC-2A66E33361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69C8EC-9847-641E-3102-5C2CF86744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1AE20E-15E6-4162-AA26-E57ACCCB862A}" type="datetimeFigureOut">
              <a:rPr lang="en-SG" smtClean="0"/>
              <a:t>3/7/2026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B5AC68-BDA1-D07D-6C7F-69F134E67C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DDB1B1-AD62-78A8-A382-C36A91404E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FFC271-B121-4B91-B70E-8D8C741BAB44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414354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61995D-95BF-638A-ABB9-D92E31325C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904CBE4-B5B1-0690-2FF1-5F785CC555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3D5472-B259-6C34-EA2C-E276A86D70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1AE20E-15E6-4162-AA26-E57ACCCB862A}" type="datetimeFigureOut">
              <a:rPr lang="en-SG" smtClean="0"/>
              <a:t>3/7/2026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EFC818-6BD6-0FE1-B29A-2F4C6C11C2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E39926-0A70-6F74-DE7B-6DEBA721ED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FFC271-B121-4B91-B70E-8D8C741BAB44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3680396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5616A6-8771-787E-191A-314604556E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957EF0-6E86-836E-E23B-A09C9260F49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962CBD8-86D0-1C89-3952-6A8975ED362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0412560-7008-15E3-7AF8-043355BAA2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1AE20E-15E6-4162-AA26-E57ACCCB862A}" type="datetimeFigureOut">
              <a:rPr lang="en-SG" smtClean="0"/>
              <a:t>3/7/2026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A1E856F-EF1C-3145-A9AE-4AFEEB4E2B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FE78FB-A2EC-72F2-252B-3719358558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FFC271-B121-4B91-B70E-8D8C741BAB44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1447990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02379C-5A96-9E40-3844-1AF2DB8DFA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F6E1A57-743A-D8C9-415D-900F635744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D867A14-0A13-7A35-7BDF-9173D1D52D1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10366FE-734E-4464-2AF9-7AE896E4E7A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F258BFE-8928-3C8E-44D7-F9320AC0C2A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6E83E5B-B921-1F26-EB00-FBC6DF14B9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1AE20E-15E6-4162-AA26-E57ACCCB862A}" type="datetimeFigureOut">
              <a:rPr lang="en-SG" smtClean="0"/>
              <a:t>3/7/2026</a:t>
            </a:fld>
            <a:endParaRPr lang="en-SG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099DCC9-D72B-5545-8E5B-E28147707C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8FF860B-E8C4-DF95-5ABB-CC9C4C162C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FFC271-B121-4B91-B70E-8D8C741BAB44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0706702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C0711F-4C6A-699D-4D95-D2C4E5D1E9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957B12A-8293-A30E-309D-1FA73376DE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1AE20E-15E6-4162-AA26-E57ACCCB862A}" type="datetimeFigureOut">
              <a:rPr lang="en-SG" smtClean="0"/>
              <a:t>3/7/2026</a:t>
            </a:fld>
            <a:endParaRPr lang="en-SG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BBAE0B9-117D-DF05-68AA-AC51D7821D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FBE7A21-F0FB-363A-ABDA-AE9E1238DD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FFC271-B121-4B91-B70E-8D8C741BAB44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592290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2E4F8DC-B15F-E52F-A0CB-5FEE6AB437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1AE20E-15E6-4162-AA26-E57ACCCB862A}" type="datetimeFigureOut">
              <a:rPr lang="en-SG" smtClean="0"/>
              <a:t>3/7/2026</a:t>
            </a:fld>
            <a:endParaRPr lang="en-SG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E88E6BF-A1F1-E0EF-D5C0-C181822D3D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CDA715E-7B9F-57C2-C4B2-8B355E254C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FFC271-B121-4B91-B70E-8D8C741BAB44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9816499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66A2C7-40E1-647E-FFE0-19D76BAEF4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F44A22-F88A-F3E9-E2B8-05CB69DCE9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10235D-5C06-1497-F07B-9A7D5CCB082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D966145-995F-6CA5-F166-82FD62FF49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1AE20E-15E6-4162-AA26-E57ACCCB862A}" type="datetimeFigureOut">
              <a:rPr lang="en-SG" smtClean="0"/>
              <a:t>3/7/2026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83A4395-15DF-EFE3-4F26-36B5AEB2CF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97200D4-05BF-9329-C38E-5035833225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FFC271-B121-4B91-B70E-8D8C741BAB44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1972677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539480-C502-8D76-56C2-BFCE1629CF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6D9446D-FB40-A928-F016-DD2CAF2CAA9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S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3CE316F-37D6-50DE-206C-51DFF11B76C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6732244-D66E-7840-7058-D1D87C21C7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1AE20E-15E6-4162-AA26-E57ACCCB862A}" type="datetimeFigureOut">
              <a:rPr lang="en-SG" smtClean="0"/>
              <a:t>3/7/2026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AEACCE-07C9-5D25-3CB7-51C3AA4AE6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3E2866-B08D-014B-E4CA-0D1B84B371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FFC271-B121-4B91-B70E-8D8C741BAB44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4582478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E0B590-8067-F892-67FA-5C09D792FC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F0F7FC6-F5B4-3339-A4FB-027F7D73782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B19015-A66F-B1DB-C5FF-2E2386B9D9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1AE20E-15E6-4162-AA26-E57ACCCB862A}" type="datetimeFigureOut">
              <a:rPr lang="en-SG" smtClean="0"/>
              <a:t>3/7/2026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C7C6BB-7A2F-55B0-7B80-F3B4906818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3B3743-D9F0-2A7D-37D3-DC1FB0E929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FFC271-B121-4B91-B70E-8D8C741BAB44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7345550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E558A54-1365-1517-0998-058EB9C0C02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D20E761-6FF5-3D33-6A37-30496BF9540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FCBB5E-4D55-B789-3FD2-5A94F55DE5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1AE20E-15E6-4162-AA26-E57ACCCB862A}" type="datetimeFigureOut">
              <a:rPr lang="en-SG" smtClean="0"/>
              <a:t>3/7/2026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EBC0E0-7B5F-AEC8-0D47-F140EC750C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46954F-36B9-46C4-6480-7E800E857D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FFC271-B121-4B91-B70E-8D8C741BAB44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8031416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540D4A0-36CA-4201-6B47-A5EA8EC56F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5F71A9-C5C1-E7C4-4CFD-D120426E3D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9DE008-FA1F-3268-88EE-515A297ED92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1AE20E-15E6-4162-AA26-E57ACCCB862A}" type="datetimeFigureOut">
              <a:rPr lang="en-SG" smtClean="0"/>
              <a:t>3/7/2026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19CD01-5FEB-E8D6-35D4-DBC28B24492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88EC70-ACC1-C455-F3FB-08545DEBAC7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CFFC271-B121-4B91-B70E-8D8C741BAB44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4847490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3" descr="Z:\ESD\VG\Energy Audit\Genting02.jpg">
            <a:extLst>
              <a:ext uri="{FF2B5EF4-FFF2-40B4-BE49-F238E27FC236}">
                <a16:creationId xmlns:a16="http://schemas.microsoft.com/office/drawing/2014/main" id="{FC5B751C-3972-7AB6-C0AF-047E212B3B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6557" y="619236"/>
            <a:ext cx="10285001" cy="58580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angle 27">
            <a:extLst>
              <a:ext uri="{FF2B5EF4-FFF2-40B4-BE49-F238E27FC236}">
                <a16:creationId xmlns:a16="http://schemas.microsoft.com/office/drawing/2014/main" id="{64C6D816-E8A3-09C6-B0E6-08683DDD88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68688" y="801908"/>
            <a:ext cx="3946755" cy="369253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361" tIns="45681" rIns="91361" bIns="45681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  <a:latin typeface="Century Gothic" pitchFamily="34" charset="0"/>
              </a:rPr>
              <a:t>Genting Highland Hotels &amp; Casino</a:t>
            </a:r>
            <a:endParaRPr lang="en-MY" sz="2800" b="1" dirty="0">
              <a:solidFill>
                <a:srgbClr val="FF0000"/>
              </a:solidFill>
              <a:latin typeface="Century Gothic" pitchFamily="34" charset="0"/>
            </a:endParaRP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534A38B5-1771-79E2-B203-01C42F71C02E}"/>
              </a:ext>
            </a:extLst>
          </p:cNvPr>
          <p:cNvSpPr txBox="1">
            <a:spLocks/>
          </p:cNvSpPr>
          <p:nvPr/>
        </p:nvSpPr>
        <p:spPr>
          <a:xfrm>
            <a:off x="1802410" y="-48198"/>
            <a:ext cx="5098453" cy="850106"/>
          </a:xfrm>
          <a:prstGeom prst="rect">
            <a:avLst/>
          </a:prstGeom>
        </p:spPr>
        <p:txBody>
          <a:bodyPr vert="horz" lIns="91361" tIns="45681" rIns="91361" bIns="45681" rtlCol="0" anchor="ctr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b="1" kern="1200">
                <a:solidFill>
                  <a:srgbClr val="81BC2F"/>
                </a:solidFill>
                <a:latin typeface="Century Gothic" pitchFamily="34" charset="0"/>
                <a:ea typeface="+mj-ea"/>
                <a:cs typeface="+mj-cs"/>
              </a:defRPr>
            </a:lvl1pPr>
          </a:lstStyle>
          <a:p>
            <a:r>
              <a:rPr lang="en-US" dirty="0">
                <a:solidFill>
                  <a:schemeClr val="tx1"/>
                </a:solidFill>
                <a:latin typeface="Arial Black" pitchFamily="34" charset="0"/>
              </a:rPr>
              <a:t>Energy Audit Projects</a:t>
            </a:r>
          </a:p>
        </p:txBody>
      </p:sp>
    </p:spTree>
    <p:extLst>
      <p:ext uri="{BB962C8B-B14F-4D97-AF65-F5344CB8AC3E}">
        <p14:creationId xmlns:p14="http://schemas.microsoft.com/office/powerpoint/2010/main" val="34188052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742835-D7E9-3D7D-1CE1-417D65D32C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4" descr="Z:\ESD\VG\Energy Audit\1 Utama.png">
            <a:extLst>
              <a:ext uri="{FF2B5EF4-FFF2-40B4-BE49-F238E27FC236}">
                <a16:creationId xmlns:a16="http://schemas.microsoft.com/office/drawing/2014/main" id="{7E196765-DCF4-75D2-2FA5-61F9C7B152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6398" y="601884"/>
            <a:ext cx="10724034" cy="60501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Rectangle 27">
            <a:extLst>
              <a:ext uri="{FF2B5EF4-FFF2-40B4-BE49-F238E27FC236}">
                <a16:creationId xmlns:a16="http://schemas.microsoft.com/office/drawing/2014/main" id="{1C60D859-34C4-25FE-5238-687A0B708E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88977" y="801908"/>
            <a:ext cx="3404940" cy="369253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361" tIns="45681" rIns="91361" bIns="45681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  <a:latin typeface="Century Gothic" pitchFamily="34" charset="0"/>
              </a:rPr>
              <a:t>One Utama Shopping Centre</a:t>
            </a:r>
            <a:endParaRPr lang="en-MY" sz="2800" b="1" dirty="0">
              <a:solidFill>
                <a:srgbClr val="FF0000"/>
              </a:solidFill>
              <a:latin typeface="Century Gothic" pitchFamily="34" charset="0"/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093FF527-9C01-2B2D-6BE7-94DF34AD56B2}"/>
              </a:ext>
            </a:extLst>
          </p:cNvPr>
          <p:cNvSpPr txBox="1">
            <a:spLocks/>
          </p:cNvSpPr>
          <p:nvPr/>
        </p:nvSpPr>
        <p:spPr>
          <a:xfrm>
            <a:off x="1802410" y="-48198"/>
            <a:ext cx="8213225" cy="850106"/>
          </a:xfrm>
          <a:prstGeom prst="rect">
            <a:avLst/>
          </a:prstGeom>
        </p:spPr>
        <p:txBody>
          <a:bodyPr vert="horz" lIns="91361" tIns="45681" rIns="91361" bIns="45681" rtlCol="0" anchor="ctr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b="1" kern="1200">
                <a:solidFill>
                  <a:srgbClr val="81BC2F"/>
                </a:solidFill>
                <a:latin typeface="Century Gothic" pitchFamily="34" charset="0"/>
                <a:ea typeface="+mj-ea"/>
                <a:cs typeface="+mj-cs"/>
              </a:defRPr>
            </a:lvl1pPr>
          </a:lstStyle>
          <a:p>
            <a:r>
              <a:rPr lang="en-US" dirty="0">
                <a:solidFill>
                  <a:schemeClr val="tx1"/>
                </a:solidFill>
                <a:latin typeface="Arial Black" pitchFamily="34" charset="0"/>
              </a:rPr>
              <a:t>Energy Audit Projects</a:t>
            </a:r>
          </a:p>
        </p:txBody>
      </p:sp>
    </p:spTree>
    <p:extLst>
      <p:ext uri="{BB962C8B-B14F-4D97-AF65-F5344CB8AC3E}">
        <p14:creationId xmlns:p14="http://schemas.microsoft.com/office/powerpoint/2010/main" val="8219277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15</Words>
  <Application>Microsoft Office PowerPoint</Application>
  <PresentationFormat>Widescreen</PresentationFormat>
  <Paragraphs>4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8" baseType="lpstr">
      <vt:lpstr>Arial</vt:lpstr>
      <vt:lpstr>Arial Black</vt:lpstr>
      <vt:lpstr>Calibri</vt:lpstr>
      <vt:lpstr>Calibri Light</vt:lpstr>
      <vt:lpstr>Century Gothic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Rubi</dc:creator>
  <cp:lastModifiedBy>Rubi</cp:lastModifiedBy>
  <cp:revision>2</cp:revision>
  <dcterms:created xsi:type="dcterms:W3CDTF">2026-07-03T06:09:57Z</dcterms:created>
  <dcterms:modified xsi:type="dcterms:W3CDTF">2026-07-03T06:15:56Z</dcterms:modified>
</cp:coreProperties>
</file>