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2710" autoAdjust="0"/>
  </p:normalViewPr>
  <p:slideViewPr>
    <p:cSldViewPr snapToGrid="0">
      <p:cViewPr varScale="1">
        <p:scale>
          <a:sx n="66" d="100"/>
          <a:sy n="66" d="100"/>
        </p:scale>
        <p:origin x="90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1EEBF-5DE7-4CE5-E8B8-9F2FF6E4B1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853399-738D-B73A-5B93-F138525112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308F9-2A26-9E73-B33D-8AB207197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343F-6268-417D-B545-FEB6B22B9784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D8B34-9440-DEC0-86D1-10D17A200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96554-257A-B67B-D44C-01C6CF07B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D47B4-7CF8-486A-BA96-5DFA3FAB3B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92175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F672B-7F73-B86F-E43B-75F673979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C7DFA-1942-A647-4FF2-51EA67156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340EC-7401-CD17-662A-4AF0A80DE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343F-6268-417D-B545-FEB6B22B9784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009C9-AD86-8317-C7C2-28D725D3D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9C214-A329-AF61-D6EE-2957F7BCF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D47B4-7CF8-486A-BA96-5DFA3FAB3B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1181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07F23-D827-E37A-404A-A1C24CD84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6BED1-FEFF-24A6-5109-8D67304F6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8E3D5-4FD2-D782-16DC-2D6805893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343F-6268-417D-B545-FEB6B22B9784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60EEF-DCAA-0081-BAFA-00DEC4788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5A4FE-A1D6-8205-4FC7-F29BF16FC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D47B4-7CF8-486A-BA96-5DFA3FAB3B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95604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A11C2-AE96-E968-5DA1-09A90A258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C8181-C46F-FD64-203E-626FCC49A0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521F00-3680-2BBE-E87D-62BAD8BFE2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24BA53-A04A-0890-47AC-52E30C4B3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343F-6268-417D-B545-FEB6B22B9784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0DD4B2-689D-65B2-C563-87AFC0A37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684ED-AB0C-BA97-A478-6F970CEC9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D47B4-7CF8-486A-BA96-5DFA3FAB3B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50811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86F03-F926-AFFE-6555-82CD6D275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B22D2D-E301-32E5-CA60-9E9AD5E8F2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87ADDF-9F73-1FC9-A3DE-04C5DE034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4B6C0B-D135-C849-6867-8E3DF987BB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FFEF6-3ACC-559C-9A43-EBA33AAE03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385508-D80A-6117-2949-E24CC75FB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343F-6268-417D-B545-FEB6B22B9784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1A40A2-E6C5-18C4-6C00-3A36F5DAB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4625F-52BC-A70E-2A08-33B32FDA7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D47B4-7CF8-486A-BA96-5DFA3FAB3B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64255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4CD63-96BB-6326-B5CC-C8D80F03D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B3473B-D8BE-D5D7-3E71-0CCD448FB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343F-6268-417D-B545-FEB6B22B9784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0935F7-864B-FAC3-B5A6-ECF634C76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59645F-7D80-8CA8-0B75-56DE514B6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D47B4-7CF8-486A-BA96-5DFA3FAB3B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90036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DBB596-1E09-4F32-70F6-7CED8E5EE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343F-6268-417D-B545-FEB6B22B9784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4B587-9981-7B44-CD0F-16FEF06B7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00EE2-5FBF-C785-DF09-89FA97F68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D47B4-7CF8-486A-BA96-5DFA3FAB3B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96856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385D6-9D1F-7F7A-1895-BC2F67DAF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198A2-622C-DC1C-916F-97238F4E0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5FEFC9-F4BF-8D71-02F0-8A292F1B6E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EF3826-32FF-72B5-D24D-70499B90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343F-6268-417D-B545-FEB6B22B9784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FC3F5C-DB11-3EB1-03CA-BCFB7B2AD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634ABE-4A94-31E4-A7F7-DCC72DBF9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D47B4-7CF8-486A-BA96-5DFA3FAB3B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00269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9027B-C7DC-CF5D-5983-C75493A82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E4A18-2272-04B6-31DB-612EFD22D9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553C0A-A3F0-02EB-D981-BC19782AF7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F34715-63DA-C547-F2D9-176A408C7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343F-6268-417D-B545-FEB6B22B9784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D906A-5C9C-17EF-C11A-FE074E402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CA40D4-7A6A-76DC-17D3-C77A50453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D47B4-7CF8-486A-BA96-5DFA3FAB3B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49502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3BE78-8B0A-7415-D3AB-EC2CBCF36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6DC451-6D8F-37B8-1DA3-AEED42F2D5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17648-F03B-429C-9F3F-5A061C9A8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343F-6268-417D-B545-FEB6B22B9784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2A961-8D90-6942-E4C6-FEEF60A43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BEC89-6974-D00B-E260-84AFB1D61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D47B4-7CF8-486A-BA96-5DFA3FAB3B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32374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49DC5C-161A-E623-6240-681A16A5A3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D20A0D-9EEB-6D61-4D59-9E51A88006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97029-4894-18C1-7CC0-6662A405E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3343F-6268-417D-B545-FEB6B22B9784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8113D-0E7A-09F1-A944-BE4904EF0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B4CE0-92FB-AFE4-68A9-231871548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8D47B4-7CF8-486A-BA96-5DFA3FAB3B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25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080FE5-DD01-5E1A-DA14-8B75832B1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5FE14-43C7-FE71-C29E-7D89B43D7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BC4C9-0494-2418-1361-FDACF63631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3343F-6268-417D-B545-FEB6B22B9784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34AC4-9DDA-024A-8EC1-9FD190A4C0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693CB-84C1-4098-4764-D783C7BC1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8D47B4-7CF8-486A-BA96-5DFA3FAB3B3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30269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4BE46-710C-2DA3-4B6C-6496502EE9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5771"/>
            <a:ext cx="4455886" cy="646339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SG" sz="2800">
                <a:latin typeface="Arial Black" panose="020B0A04020102020204" pitchFamily="34" charset="0"/>
              </a:rPr>
              <a:t>Data </a:t>
            </a:r>
            <a:r>
              <a:rPr lang="en-SG" sz="2800" dirty="0">
                <a:latin typeface="Arial Black" panose="020B0A04020102020204" pitchFamily="34" charset="0"/>
              </a:rPr>
              <a:t>Centre</a:t>
            </a:r>
          </a:p>
        </p:txBody>
      </p:sp>
      <p:pic>
        <p:nvPicPr>
          <p:cNvPr id="5" name="Picture 4" descr="Lot 43 front.JPG">
            <a:extLst>
              <a:ext uri="{FF2B5EF4-FFF2-40B4-BE49-F238E27FC236}">
                <a16:creationId xmlns:a16="http://schemas.microsoft.com/office/drawing/2014/main" id="{0FD297D2-BC37-785D-94E6-A453A626C27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65927" y="1144588"/>
            <a:ext cx="8506988" cy="5296813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639966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Office Theme</vt:lpstr>
      <vt:lpstr>Data Centre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Rubi</dc:creator>
  <cp:lastModifiedBy>Rubi</cp:lastModifiedBy>
  <cp:revision>1</cp:revision>
  <dcterms:created xsi:type="dcterms:W3CDTF">2026-07-03T06:20:49Z</dcterms:created>
  <dcterms:modified xsi:type="dcterms:W3CDTF">2026-07-03T06:21:01Z</dcterms:modified>
</cp:coreProperties>
</file>