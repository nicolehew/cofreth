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5DD78-6799-9B9D-133E-7E3A619FC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AF4C6-5D95-7217-CF9A-F151BE22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9C289-8219-67BF-BBA9-69DC439D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F0AB0-185E-7A7B-27DA-4DC8422CA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7DA21-9198-C88C-5081-59BAF29C6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5341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CEA4-806F-C4CF-D3B3-3680A57D2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2F663-18B4-CD5C-5952-12C054CB5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2600C-B6B9-8B08-2DC2-8B984FB68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1EBC1-8D5E-4F67-771A-7A2BC94F2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9F765-7EF2-D3EE-5443-DA7DAAA5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686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EB1C-49ED-D5B6-E476-0E5E1B938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1D445-796F-8BBB-8209-A727A44FD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C2D7F-0A28-4B02-3AA0-81955CED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85C5C-6E9C-F809-2ECE-07E64EA4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76C4A-7379-1D64-BBDD-D734DFDF0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53973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91A06-E616-6BA2-1DC8-955148E0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FC857-462E-A60E-B1A1-A119E1722F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B49D9-D334-F31F-0FF7-312A9E9CB0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8B2BF2-AAC9-C02F-0754-769F59EB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5DF13-D225-BC80-EE9A-AFFA8F229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EB03E-63D5-3F5D-CB36-9B7725A4A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4826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9B741-1BCC-253C-EC5B-C65598CA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6A0AE-9ADD-A512-ABF0-18C185E84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683A8-4CF7-AD05-A688-B32682F62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CD9C0-1FAE-89C7-1D0F-A6FFDD6ED9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3217A5-4B05-927A-277F-1EA7C0388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531068-8009-43B1-EC9B-1964BB23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60737-B86E-F753-73CC-7681AA712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45605-AD30-9392-1643-FA983133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2454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7DB2-F432-AB8E-AED7-00C4B5AF3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B54BE-ECAD-9CC7-D57C-FE138DDE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79A6F-11A7-58E9-8CFA-FB466B0C9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63C7E1-081E-1D94-1AA5-F8ACD85AB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2149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1F188-1C19-91AB-DC44-AF5F694F8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EF7DF8-426B-0938-F016-9AAE3C11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3DD3AA-ACE6-F04C-64E7-8DE6CECE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405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02FC-68C0-2D78-198E-3442BD2F4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6F3DB-CC5F-46AE-A101-C4EDD9A8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BBF73-F893-70DE-6450-8C3C61384C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19F13-5873-6375-9C66-DB6E876B2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25015D-C73B-094A-E209-5CAF67198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4DE8C-D7E8-1F27-2A63-0B048BEE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15009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2759-5AAC-7B6A-4E0A-8E20D458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DF8474-711E-5146-816A-0EC46E0FB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6704D-B228-9FBD-EADE-80D0DED48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BCCB2-FAE1-3DCF-DA25-B9B397C7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609AA-BCAE-C2CF-D5BF-63029AD0E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342AC-C98B-7D45-2AC1-47B96E3D8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9888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8EC7F-A463-5648-979A-AB8DE6902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7F896-836F-8F43-4692-D28838832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05BEC-40F9-2115-431C-87139F4C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0CF79-7FC2-7EF8-9560-C3BB17250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B062A-1723-E0FC-95D8-A144A9361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31237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741453-9647-904B-DCCC-7837D4110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01976-4D1F-012C-F509-37580019E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B8192-467D-C6C6-F662-B133DE9E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8C00-6B89-A75B-D561-743D5759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BAA91-E018-2466-8A3D-A11E5EE09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744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6198D1-A1E4-91C9-8512-883A2F0B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2E9B5-3298-F151-001A-E996354D9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D1AB4-E814-D9A3-2F6B-C117BA704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996F80-A7B5-4C1B-8783-33D2F5CD285A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A9C33-FAF2-58B0-FD68-53A5A34D16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75454-254A-EFA3-E2B3-9D5E92620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3C07B8-34C2-4290-8A3C-44B5446C7C5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0104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4E9A2-E6DE-FF3E-3C3C-83F160D26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087" y="485775"/>
            <a:ext cx="7462838" cy="638175"/>
          </a:xfrm>
        </p:spPr>
        <p:txBody>
          <a:bodyPr>
            <a:normAutofit/>
          </a:bodyPr>
          <a:lstStyle/>
          <a:p>
            <a:pPr algn="l"/>
            <a:r>
              <a:rPr lang="en-SG" sz="2800" dirty="0">
                <a:latin typeface="Arial Black" panose="020B0A04020102020204" pitchFamily="34" charset="0"/>
              </a:rPr>
              <a:t>Green Building Consultancy-KLIA 2</a:t>
            </a:r>
          </a:p>
        </p:txBody>
      </p:sp>
      <p:pic>
        <p:nvPicPr>
          <p:cNvPr id="5" name="Picture 4" descr="http://cyrildason.com/wp-content/uploads/Proposed-KLIA2-D1.jpg">
            <a:extLst>
              <a:ext uri="{FF2B5EF4-FFF2-40B4-BE49-F238E27FC236}">
                <a16:creationId xmlns:a16="http://schemas.microsoft.com/office/drawing/2014/main" id="{EBB65419-1642-F0F2-8536-4777E6A74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65" y="1311549"/>
            <a:ext cx="10898069" cy="47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19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Green Building Consultancy-KLIA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2026-07-03T06:32:43Z</dcterms:created>
  <dcterms:modified xsi:type="dcterms:W3CDTF">2026-07-03T06:32:49Z</dcterms:modified>
</cp:coreProperties>
</file>