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05FA-AF09-2C36-CA75-28A6DE4B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0101F-EEC8-B486-9BE2-2999EAEBA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2418A-D5E4-67FC-9BED-7EA0F9D0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27D84-6608-7F23-C80E-AE20B337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A00B-3278-4932-0C8F-C9F6C702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944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1BA1-BA3E-822A-5412-76FB0A51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299E6-D50D-A39B-0141-15444F153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88A4D-164F-CD78-4903-CCEBF2E9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5A2C5-A814-F7FB-F4A0-3A07FA9F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E7C63-4D4D-7175-55E2-D29E2DEB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806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F0A8-459D-C2E2-7E21-A1F5AE9B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D3C40-D9BD-B795-500C-9D6267DE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DEFC8-13B3-2A2B-98D5-6D237619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95768-1991-C87B-0D44-E4A6D38B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BBED-F57C-C606-7E68-B916C4AD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985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947E-B677-35C2-6C26-8259102B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C112A-8E15-E619-BC4B-4EE23126A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32BB4-F779-D85E-F931-86CD0E436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C2DC9-AC24-E022-1553-CFBF70D6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D42A5-CFE3-92A6-89DD-14F666FB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CA406-A1BC-7379-784C-5E888240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4198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8433-60CC-970D-E03F-D4361A0B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598E2-8443-D831-2FA9-2B600E73E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05B58-67A6-9347-6561-A51FF334F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38E49-B6BF-4638-BEF3-5F502608C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C4B6E-CD4A-BA6A-9D56-61870041F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55092-28D2-B770-C44C-034E93F9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D0744E-D2E0-EB48-59D9-AC248C64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14F209-68EB-1E38-A2B4-C6A50F88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279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0FBB-AD5D-1A2B-9F4B-4A6BCF842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0ADF7-3E52-E985-EA27-4C187154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7E32A-C9A8-25D7-723E-FA1458E7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B91DA-0BAF-83A4-E67F-F1074A30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153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B57AEC-9636-1D72-2E66-3A1C0B445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AA71E-9D05-24C6-D677-E4A28D2A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31A36-CC80-FA8F-363D-E309D98C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933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9531-E0EC-BE6C-72F1-871EDF14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16368-20DD-CDAE-F601-F855914A5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01B83-1965-E52E-BF78-4FDD2B82D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F84F3-0BAB-3A9B-EBE7-148B5DA59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B9D0-1A2B-908A-6DF2-54D5DEE3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12986-35B7-6368-CBF5-EE4962AB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0861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B1DD-CBF5-DA9C-DC29-C50CD41C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C09A5-8D67-6C89-54EA-54668974E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690AC-6049-5877-3639-37B0AE032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F84BA-89A3-7B44-0376-88C637C3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2A34F-20A6-C3DB-C1C8-A5E19877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105D7-F5BA-AA16-20ED-06935A45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6029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C08A-002A-1EED-7A9C-F429B72F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138BA-A954-6975-6420-F8ADC18F0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68284-0F41-3467-2B63-E8176B400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2BC1F-9971-44B8-5987-3EC64189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6E9FF-BA5E-776F-CD8D-C9924EDD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823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586DC-0F53-69DA-B652-CD7F66D06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78BE7-6D8A-44CF-D580-85432B99A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35365-36A4-9256-E66A-CF47691A8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3B445-899C-68E7-3B24-ED1ECD56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9D0DE-23C3-95EC-7E34-A236F56D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11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02C90D-ADC2-84F4-B8E8-A777374D9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BEDA0-8411-20C3-6C3A-A4CF0E220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B5330-BAFA-6E48-0D64-3FB68369A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A620A-0A8A-4336-9A95-D334274707C8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20BAF-E1F0-D8FF-F2B3-1A94EB827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49071-1549-BE4B-DFA2-E1F7A5C65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A3DAA-DE99-4B24-8300-7DFC2B7682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679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10A6-60DB-1924-1455-315E8FEA3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050" y="1271588"/>
            <a:ext cx="5819776" cy="1014412"/>
          </a:xfrm>
        </p:spPr>
        <p:txBody>
          <a:bodyPr>
            <a:normAutofit/>
          </a:bodyPr>
          <a:lstStyle/>
          <a:p>
            <a:pPr algn="l"/>
            <a:r>
              <a:rPr lang="en-SG" sz="2800" dirty="0">
                <a:latin typeface="Arial Black" panose="020B0A04020102020204" pitchFamily="34" charset="0"/>
              </a:rPr>
              <a:t>Green Building Consultancy - Menara AIA </a:t>
            </a:r>
            <a:r>
              <a:rPr lang="en-SG" sz="2800" dirty="0" err="1">
                <a:latin typeface="Arial Black" panose="020B0A04020102020204" pitchFamily="34" charset="0"/>
              </a:rPr>
              <a:t>Capsquare</a:t>
            </a:r>
            <a:endParaRPr lang="en-SG" sz="2800" dirty="0">
              <a:latin typeface="Arial Black" panose="020B0A04020102020204" pitchFamily="34" charset="0"/>
            </a:endParaRPr>
          </a:p>
        </p:txBody>
      </p:sp>
      <p:pic>
        <p:nvPicPr>
          <p:cNvPr id="5" name="Picture 2" descr="http://www.gdparchitects.com/img/projects/capsquare-office-tower/new/02.jpg">
            <a:extLst>
              <a:ext uri="{FF2B5EF4-FFF2-40B4-BE49-F238E27FC236}">
                <a16:creationId xmlns:a16="http://schemas.microsoft.com/office/drawing/2014/main" id="{3214F032-7705-200D-DADE-FFB4BADB6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043" y="329858"/>
            <a:ext cx="3429832" cy="619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80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Green Building Consultancy - Menara AIA Capsquare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2</cp:revision>
  <dcterms:created xsi:type="dcterms:W3CDTF">2026-07-03T06:31:05Z</dcterms:created>
  <dcterms:modified xsi:type="dcterms:W3CDTF">2026-07-03T06:33:33Z</dcterms:modified>
</cp:coreProperties>
</file>