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3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84E5B5-6B8D-4DD0-9652-EE17D971FA12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E05F79-7D68-4FB0-8FAD-EDDDDA44C4B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00234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FB5140-1B5F-4945-967A-2A7590A8883B}" type="slidenum">
              <a:rPr lang="en-MY" smtClean="0"/>
              <a:pPr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0618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7DC5-C230-DA91-0CC6-A555E58D3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6850A-6054-C6ED-10B8-A59297F9B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FFCF5-55FE-B498-87CD-D5AA6459A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0982E-6D1D-4A95-8EDF-EEFEA431C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954BC-DF12-78E0-6605-6F35F9FA7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A773D-AC50-AA55-5DEC-61FAB313A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0A1EA-5CBE-4AFD-9F42-7901956216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7525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E9CC-E1E3-3D96-E343-B8CDDC5D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2C081-CA37-3566-6EBB-D780691BF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993B7-3F8F-4459-F201-748A01B53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0982E-6D1D-4A95-8EDF-EEFEA431C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E2D80-6F9C-D089-C2A9-C73BB3554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149AF-283A-54AD-A5E2-92B3B5B9A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0A1EA-5CBE-4AFD-9F42-7901956216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66959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2492-3379-8CB9-0A7A-CC7E0A00D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39B8C-E963-D214-6C8A-BF7092CF1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0918-E7C3-44C3-4038-5F40D697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0982E-6D1D-4A95-8EDF-EEFEA431C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30F9C-9159-F32C-5287-74452EE3A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66276-D37B-10DD-A671-9B6F0073D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0A1EA-5CBE-4AFD-9F42-7901956216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5814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4C132-52FF-2785-F9F8-4054D98ED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5644B-9300-639F-6A96-328FA9EB7A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D4518-4A84-DE3E-F79B-3AC3F48F0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4A5CF-518A-4D80-32E7-FD997507D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0982E-6D1D-4A95-8EDF-EEFEA431C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0ED6F-65F2-6930-D159-5E2F1D802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6C07E-33E1-015E-F937-104C75FD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0A1EA-5CBE-4AFD-9F42-7901956216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3318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04580-5BC3-1D56-EB28-416C1E5EA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9AA4D-3816-6BDC-51A4-54E5FB66A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29649-C48E-BDCF-1D85-20B1A0A61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CC0FC-F1A4-714E-C1D2-290217D151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77B22F-9287-531B-C2BC-CBE41A309C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0B1256-A838-8E54-CD73-284B07DD8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0982E-6D1D-4A95-8EDF-EEFEA431C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CE7E77-FCB6-D777-1D60-1CDDA762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F30C9F-98FF-FBBA-2F5D-B6F94D647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0A1EA-5CBE-4AFD-9F42-7901956216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8886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40AE4-72A2-3214-73F3-012A5095F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D1FED-5CB1-D60A-AB19-3B7DA4D3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0982E-6D1D-4A95-8EDF-EEFEA431C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9A03C5-477A-8118-7923-701337267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67C2F-D481-5FEF-38DF-C1CBF7510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0A1EA-5CBE-4AFD-9F42-7901956216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04235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5C0826-64CE-077C-7A53-D06598DA0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0982E-6D1D-4A95-8EDF-EEFEA431C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9DE1CC-0131-C813-9D3D-E6F96ACEE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B7CFA-47FC-D2D2-1545-CC1AAEEA3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0A1EA-5CBE-4AFD-9F42-7901956216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7390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BF342-DBC8-BA6B-D50B-B67FF99E2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42058-781C-A4B6-0A16-FFBF38507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89BAE-07CC-F1E6-D4DE-2754AC7F5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AEE6A-E960-E61D-892D-13BF95E03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0982E-6D1D-4A95-8EDF-EEFEA431C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F1B3F-DB1D-71F4-FACD-6AE3B0F6A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41B9A-AE0B-1707-B986-0F82DFA2B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0A1EA-5CBE-4AFD-9F42-7901956216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75361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2DF97-0007-F4F8-7E27-1643D7EA4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9AD5C6-5EC2-DEBB-D56E-326EBFAD77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7D90A-254E-0DD3-2AD3-CCD193E7D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E7B8D-0F8A-2C8A-7D43-F33211DC2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0982E-6D1D-4A95-8EDF-EEFEA431C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B5F7D-0435-3D52-E949-94782C37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F8947-63A9-6ACF-9B1C-9CD1795B6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0A1EA-5CBE-4AFD-9F42-7901956216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9298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8AA27-D4CB-2042-4432-C5C47552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2ECAE8-3D90-005E-0780-A07C75D45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A48AE-7683-6A10-BDE8-CD4F4C254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0982E-6D1D-4A95-8EDF-EEFEA431C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23B10-8F6A-71D1-DF89-7786436BB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27E32-E9BE-9F3C-791D-CE209936C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0A1EA-5CBE-4AFD-9F42-7901956216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0874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8D2EEA-68F4-4AB9-AED0-0827936F46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4FF57A-CA0E-7FE2-13F1-A49245BDC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F4269-7B00-44FB-1633-4DA64BFA1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0982E-6D1D-4A95-8EDF-EEFEA431C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AA009-41F2-7150-0E88-150D58C4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0F32D-3117-66A4-98BE-A0DA6BFB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0A1EA-5CBE-4AFD-9F42-7901956216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63942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B03155-2D5C-8DDC-08CA-0B543F43E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B2CFA-004E-E6F0-ED8F-0F085AEF2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E1755-F943-C481-CD8B-82B63F1FF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0982E-6D1D-4A95-8EDF-EEFEA431C35E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61C3C-2CDB-8D3B-0766-6A56D4669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D6BE9-F681-584E-393C-6707CC2B9B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0A1EA-5CBE-4AFD-9F42-7901956216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3200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2145BB8-0753-A521-D756-B46780808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0" t="36939" r="10978" b="-1"/>
          <a:stretch/>
        </p:blipFill>
        <p:spPr>
          <a:xfrm>
            <a:off x="361542" y="3200400"/>
            <a:ext cx="5358827" cy="35210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361542" y="541500"/>
            <a:ext cx="6306829" cy="7054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rgbClr val="81BC2F"/>
                </a:solidFill>
                <a:latin typeface="Century Gothic" pitchFamily="34" charset="0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tx1"/>
                </a:solidFill>
                <a:latin typeface="Arial Black" panose="020B0A04020102020204" pitchFamily="34" charset="0"/>
              </a:rPr>
              <a:t>TECHNOLOGY PROJECT</a:t>
            </a:r>
            <a:endParaRPr lang="en-US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7962" y="1792350"/>
            <a:ext cx="5020537" cy="1255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project integrates 3 technologies : </a:t>
            </a:r>
          </a:p>
          <a:p>
            <a:pPr marL="285750" marR="0" lvl="0" indent="-28575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Energy Storage System (ESS) </a:t>
            </a:r>
          </a:p>
          <a:p>
            <a:pPr marL="285750" marR="0" lvl="0" indent="-28575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Building Energy Management System (BEMS)  </a:t>
            </a:r>
          </a:p>
          <a:p>
            <a:pPr marL="285750" marR="0" lvl="0" indent="-28575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Solar Panel</a:t>
            </a:r>
            <a:endParaRPr lang="en-SG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5F75DD3-0A3B-19AD-EA72-D01011500C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576"/>
          <a:stretch/>
        </p:blipFill>
        <p:spPr>
          <a:xfrm>
            <a:off x="9596810" y="1176068"/>
            <a:ext cx="2018926" cy="248797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C0060B6-DA82-73BE-A651-3455080895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028" y="110507"/>
            <a:ext cx="1821091" cy="58469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33D2D7-C03E-CF1A-D108-7B092FDB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A43D-8244-473C-8C0B-8FC6AA0FA3E6}" type="slidenum">
              <a:rPr lang="en-MY" smtClean="0"/>
              <a:t>1</a:t>
            </a:fld>
            <a:endParaRPr lang="en-MY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805B1A-9005-8E22-87D7-07BE5C3594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822" y="3876131"/>
            <a:ext cx="5817914" cy="28453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52494B-AB36-F6FD-33CB-0B95B1760D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555" y="1191716"/>
            <a:ext cx="1832271" cy="24430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1E2DC65-33A8-E742-99F9-A8E0ACEC35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3" r="6367"/>
          <a:stretch/>
        </p:blipFill>
        <p:spPr>
          <a:xfrm>
            <a:off x="5935091" y="1204170"/>
            <a:ext cx="1551559" cy="244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97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Rubi</dc:creator>
  <cp:lastModifiedBy>Rubi</cp:lastModifiedBy>
  <cp:revision>3</cp:revision>
  <dcterms:created xsi:type="dcterms:W3CDTF">2026-07-03T06:08:02Z</dcterms:created>
  <dcterms:modified xsi:type="dcterms:W3CDTF">2026-07-03T06:18:31Z</dcterms:modified>
</cp:coreProperties>
</file>