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BA87-C330-5441-0507-2F4C076A6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248B26-F725-9510-2026-0C2345874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8E40F-E12B-B92A-D442-ED86EBA0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FB225-8373-4C9E-AF55-7B609477B3B7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E6FE8-1FDD-C460-2D40-5577DB1D4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A0ACE-AFBA-FBCC-1BD8-17BB85B13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626C-495C-4449-8ADF-3184965760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4950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75B03-D9B1-2536-5A5D-94C9D71E8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A53D-934C-36BF-EF08-EC25B5EF5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56AF3-6647-8285-4617-27D44E787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FB225-8373-4C9E-AF55-7B609477B3B7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94E4B-F743-8D92-8875-E48B09250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FE6F3-7F27-4A6C-ECD0-CB2032F60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626C-495C-4449-8ADF-3184965760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75820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0F9A4-9FC8-FF1B-2FAF-F96B0A828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D51C3-3171-468B-6B99-D87FB0545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F64F2-7069-0C82-3668-237476C47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FB225-8373-4C9E-AF55-7B609477B3B7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8ADBF-FEEC-AEA2-5D4F-0228B9FD4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ED3A3-E43F-B8E0-D305-E17DB28B3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626C-495C-4449-8ADF-3184965760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9353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D494F-447D-4DE7-6BAA-5CF52ECDF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97A67-0568-CD28-2091-F90AC9F0F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0CFE6-B637-C718-DC76-F64AF59DB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FECA7-283C-E841-E585-5943F936A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FB225-8373-4C9E-AF55-7B609477B3B7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95068-A3A3-8575-7CD0-F87BE62B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6361B-E4A8-65F9-0D9B-5F343F79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626C-495C-4449-8ADF-3184965760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285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0DD9-E064-AE87-546A-7A5608E25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78343-ACC5-8F68-6E5C-F7BACB7FC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A2E95-B85C-032A-F253-9D077927AF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076740-9821-91CD-5B8D-B72F8CD1D5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DD4EC5-7ED6-2B01-5C89-49B368C6DD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1A62F7-CB67-5483-10E1-08760F44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FB225-8373-4C9E-AF55-7B609477B3B7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98F940-2E23-CE9A-67CC-4DB90C9C1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DB2246-48C9-500B-2381-8D027332C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626C-495C-4449-8ADF-3184965760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890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0E4BD-DE20-EB95-4A0F-46F809AD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D6386D-E9DC-5EE9-CBDA-B77C177A9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FB225-8373-4C9E-AF55-7B609477B3B7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F08FF8-5927-9DA9-4FD9-15AFD7D62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E17E3-B045-1D90-DE03-C22A47255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626C-495C-4449-8ADF-3184965760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9157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2F134-DE1E-9804-7F00-D78036900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FB225-8373-4C9E-AF55-7B609477B3B7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BB3B12-6E55-0EF8-B579-0E5A4CE8E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D0781-8349-F1B3-CA2A-47F9512E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626C-495C-4449-8ADF-3184965760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6377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87A3C-3A0E-6DB5-9CE6-223D8A63D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43627-6151-3040-1077-51E196C52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A51A8-1498-800C-AFA3-506E3EEBB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2A03-318F-54CA-1F8F-3482D038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FB225-8373-4C9E-AF55-7B609477B3B7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779EA-CA6A-1A1B-3918-53686AB3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8B3C8-EC70-1DF5-7389-C475B6BD3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626C-495C-4449-8ADF-3184965760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65811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10FBE-BA90-A997-7787-D72E61D68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BACE7F-BCF9-F1B8-D00A-63CB3D0BD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A4A98-607B-4681-CDDA-820F39B214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F7079-1AEA-7694-6078-A8066010B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FB225-8373-4C9E-AF55-7B609477B3B7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CF7DC-FB7A-E4D2-4A2D-5473C50F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E8F66-2D37-71B2-39A6-6863EB79A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626C-495C-4449-8ADF-3184965760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1643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9894B-FCFF-B9B6-3481-C74E1E26D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CCC770-C0AE-7EBC-02E6-A0BFC72B9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65BEC-19C1-1DE4-54BA-7821CC8DE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FB225-8373-4C9E-AF55-7B609477B3B7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B3D7A-CE0E-F47E-A9A9-9405C5B04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F8347-03AF-5731-E6C3-2E001C687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626C-495C-4449-8ADF-3184965760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3358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748E49-D25B-88E8-FF74-288BBABFD5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9769A-CE1A-E081-EFA3-D80CD299D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B86CA-8771-71DD-5DC2-74270DA51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FB225-8373-4C9E-AF55-7B609477B3B7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92850-F780-AD60-4442-FFD4F7FBA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D26A6-0528-9B1E-36C3-BCA29FE62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626C-495C-4449-8ADF-3184965760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9168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4765AC-8946-B23E-0257-7ED6563C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AC18D-EFD6-BFBA-7606-7B2B3906A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A7EA9-29A9-A18F-86F4-E516E48CA6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FB225-8373-4C9E-AF55-7B609477B3B7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F6178-6F72-D23D-5C01-D75D00F9E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67AB8-C984-BF75-E8BB-B23828C53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4626C-495C-4449-8ADF-3184965760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7592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6E449-A001-D8C0-7C46-0E01488B0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188" y="319758"/>
            <a:ext cx="5834062" cy="752475"/>
          </a:xfrm>
        </p:spPr>
        <p:txBody>
          <a:bodyPr>
            <a:normAutofit/>
          </a:bodyPr>
          <a:lstStyle/>
          <a:p>
            <a:r>
              <a:rPr lang="en-SG" sz="2800" b="1" dirty="0">
                <a:latin typeface="Arial Black" panose="020B0A04020102020204" pitchFamily="34" charset="0"/>
              </a:rPr>
              <a:t>Green Building Consultancy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1045B35-A5ED-5251-C209-5E7778C7D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49" y="559658"/>
            <a:ext cx="4486507" cy="5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B56F6E0-C645-8EDE-FD8E-7DE21DAFBC7D}"/>
              </a:ext>
            </a:extLst>
          </p:cNvPr>
          <p:cNvSpPr/>
          <p:nvPr/>
        </p:nvSpPr>
        <p:spPr>
          <a:xfrm>
            <a:off x="4557230" y="2064866"/>
            <a:ext cx="3077540" cy="584697"/>
          </a:xfrm>
          <a:prstGeom prst="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1361" tIns="45681" rIns="91361" bIns="45681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</a:rPr>
              <a:t>PNB 1194 </a:t>
            </a:r>
          </a:p>
          <a:p>
            <a:pPr>
              <a:spcBef>
                <a:spcPct val="0"/>
              </a:spcBef>
              <a:defRPr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</a:rPr>
              <a:t>(MAS Office Tower &amp; Hotel)</a:t>
            </a:r>
            <a:endParaRPr lang="en-MY" sz="1600" b="1" dirty="0">
              <a:solidFill>
                <a:schemeClr val="tx1"/>
              </a:solidFill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998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Century Gothic</vt:lpstr>
      <vt:lpstr>Office Theme</vt:lpstr>
      <vt:lpstr>Green Building Consultancy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Rubi</dc:creator>
  <cp:lastModifiedBy>Rubi</cp:lastModifiedBy>
  <cp:revision>1</cp:revision>
  <dcterms:created xsi:type="dcterms:W3CDTF">2026-07-03T06:28:18Z</dcterms:created>
  <dcterms:modified xsi:type="dcterms:W3CDTF">2026-07-03T06:28:43Z</dcterms:modified>
</cp:coreProperties>
</file>