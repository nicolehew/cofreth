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60E3-1378-7ADC-360D-090413141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34CC8-8806-DF3A-BD65-AB831EFD9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0972-A09F-81E7-62D5-F3470742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D66BA-70F2-625B-6278-03DEF44A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C31F-3529-CB9D-E6E5-F7168D01F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41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0197-5F84-8EE4-3F3C-3E9930D0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C59E5-4792-B875-195A-DE072DC6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B14A3-A76F-A30A-9B93-577A13C8D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295F5-DB34-71D8-1A44-6BA4232E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CD9F-C409-0876-2A97-64ED8C75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663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41EF-E6E4-E5EC-1168-98B27E8D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EE2ED-D519-78B2-C5D9-29AE40E30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DF49E-AD06-BE11-BB62-FE600974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F2BA5-AFF6-8452-DC7D-F83870DF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5455-BEE7-7729-CF71-5F6E8561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72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7A5C-D739-E9FC-6A14-E5C10201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A202F-0B86-EA1C-F3A7-ADF38BFB7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933-12D5-53ED-A0E6-7D1A5B056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A2B8A-1311-9B26-AFEC-131B11A9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C165D-EC20-5EB2-D55D-AA360C1B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FC057-2A6F-B9DA-7CC6-5CDC51C4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022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30EC-B51E-6696-8F20-7159B51F5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D0479-06A7-1420-FD2A-DB5EAB5C0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2BED6-9B89-90E7-DCCA-F2AB7B774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88496-2780-E30C-4741-27AC2E533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94F7F-842B-D5A5-0376-E1239E4D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B7A17-C436-65C1-39DC-7F90C4A1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C4176-89A4-DBCB-EEC8-F7D979DA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A0483-521B-F04E-8F2A-B8394776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639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C0C0-A09E-907D-7F97-F775466F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CA1F4-8128-8A75-3F9C-B428F166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95EC8-EB25-2C0E-CCE5-C060DDD9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1FA87-2994-1DF3-FAE3-06A1ACA7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4375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AC857-596E-A573-BD8D-FC1BE327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7FFDC-1398-92FC-5428-10CF261A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B0D46-0FD0-40E8-BF03-F11AD041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588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6868-E878-B7A2-427D-3E93F003D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ADF7F-7779-2685-879D-96FDF8598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B29DA-564F-254F-EB02-7CEF4D0B5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C467-F7EA-DE6E-E401-9CEB3A794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0DCAA-2244-A4C7-D0B4-FCB9A062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277C3-886B-8F77-EAFE-13113B78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917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458F-6447-34AA-AD6A-39D188CD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23CC0F-E410-9773-C168-45873DBC6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C6ED4-9102-E623-7ADA-7C7E55B29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1BFB7-9F15-8066-2473-1CE5DB30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32E87-BC64-950A-56C4-2073D1B8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60692-29E3-684B-F9AA-7974016E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133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136D-0C2F-B31E-F0D4-45FAC388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D8518-B615-2928-8A3E-1B3C2AAEA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08A9-C3BE-1B6D-12A4-F77D3604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EA5C7-05CE-4802-42E9-06CF001F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7DA2A-32C7-28B2-988F-BEA2744B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008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2BA80-1C4B-D7E3-2A29-74702F73A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89748-0271-FEE3-EA0A-3B250F4D3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D3C9A-1947-392D-2D80-E386840A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9A9FD-69A6-EE7C-8CDE-3202A9F2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5D8CF-B8E0-7768-56CD-53634C71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9012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4EDD3-1F8D-9B16-65CB-ED1F329A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6C7F6-77B3-C62F-9E26-25A721935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2F73-EBBF-CE5A-0E9D-7F3843D95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93904-5C7B-44B0-A7B4-5A47288E9760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ED02C-E89E-F968-AA86-961E49E42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303D8-1076-3914-CCDA-B1443D386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1ADB-5A6A-43CF-828F-C6AA3B651FA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567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DBE813-1DD0-B9ED-9BBB-D483B109757E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7" b="6121"/>
          <a:stretch/>
        </p:blipFill>
        <p:spPr>
          <a:xfrm>
            <a:off x="785812" y="989108"/>
            <a:ext cx="10515601" cy="562600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F06422A-53E8-89AE-2803-286235C6C7CA}"/>
              </a:ext>
            </a:extLst>
          </p:cNvPr>
          <p:cNvSpPr txBox="1">
            <a:spLocks/>
          </p:cNvSpPr>
          <p:nvPr/>
        </p:nvSpPr>
        <p:spPr>
          <a:xfrm>
            <a:off x="890587" y="242888"/>
            <a:ext cx="8986838" cy="850106"/>
          </a:xfrm>
          <a:prstGeom prst="rect">
            <a:avLst/>
          </a:prstGeom>
        </p:spPr>
        <p:txBody>
          <a:bodyPr vert="horz" lIns="91361" tIns="45681" rIns="91361" bIns="45681" rtlCol="0" anchor="ctr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rgbClr val="81BC2F"/>
                </a:solidFill>
                <a:latin typeface="Century Gothic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Energy Performance Contracting (EPC) Project </a:t>
            </a:r>
          </a:p>
        </p:txBody>
      </p:sp>
    </p:spTree>
    <p:extLst>
      <p:ext uri="{BB962C8B-B14F-4D97-AF65-F5344CB8AC3E}">
        <p14:creationId xmlns:p14="http://schemas.microsoft.com/office/powerpoint/2010/main" val="24444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1</cp:revision>
  <dcterms:created xsi:type="dcterms:W3CDTF">2026-07-03T06:14:57Z</dcterms:created>
  <dcterms:modified xsi:type="dcterms:W3CDTF">2026-07-03T06:15:15Z</dcterms:modified>
</cp:coreProperties>
</file>