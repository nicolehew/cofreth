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9C0FB-A024-3C88-6EAB-DE60EB47B8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7A4FC-6D6E-E1FD-7EDC-94FDF15F75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CA5CE-2474-4E1E-BF36-78AD0E070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804B70-4604-FCB3-9E17-35087C447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2963E-F73A-D2F3-9717-6CD1CF5FC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52468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919C92-8BDC-2431-B5E3-D4EE5715C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FD6CA-FC4A-97B9-C705-1D7BAA9E31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2842E6-B994-677A-8E46-7A58C91E2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1789B4-0D83-976F-4AEE-4A10A58B4E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407891-C4E2-6BE3-0D72-C68715F34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6863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EA310-D78E-4B3E-A1A6-F9111FBC1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02BB42-093C-75BF-CFCC-E4FE8F931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FD59E1-7467-8D69-21DB-D398D063B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8DDF5B-D374-434D-3611-728A62C4C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1C068-6F8B-3688-F2DE-17F84AC00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676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65446-B8F9-A148-BA23-138E973023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D2EF6-4758-48CA-6039-706A09FF51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E85680-DD5B-9CE4-7B79-2F6CBB8C79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370FA4-18EE-DA83-DEC0-4E231FCE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DC2973-FB82-6519-249F-3257B0D49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3F8E11-CD5F-5FF1-484C-2DD4597DC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119220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D1E7D-1906-63C9-2F12-112EECDDE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6E721-436C-6A27-A376-478594F8FB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FBCD8-74A0-B7D2-D2A0-CDDD44554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E6EE23-ACED-8E91-18F3-8B0AB26675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190E4C-AB25-F643-B9EE-3C55B5E8410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59F4A0-DDCF-6FEF-2C0E-B03EAE5FA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2F8B8-1563-E70B-B7A5-3CF83E2ED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9727CED-5647-9D9F-B2AE-A6AA96CB7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8311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C88613-A866-8531-BDF6-3F40EBA73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B8423A-EF49-30FA-502B-23F76DE62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98048F-2ED3-5996-C4B9-7DF47A63A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8F472-6ADF-1B3A-E08B-A5912BFAC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2025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DEFC721-C3F4-046B-0101-0600593DAF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C56D61-6663-D1A6-8539-7180D6537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680A65-9355-B19D-FFFF-02B070180F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56573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DE740-E1AF-9767-01AE-640A7C5F43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8A8C47-1306-4669-244F-4A353B7CB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8D580D-A221-0E01-1681-979AB3FF7C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62BBCD-F6A6-AF70-15B1-989722FC5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49627E-C2CF-D48D-066B-6C626386CD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604F53-3532-6546-DFB0-F9B4EF548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342959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E2B24-C80D-E86A-7098-262FC622F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86FC3F-19DE-C232-13CC-1AD03F2A1E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D18F44-0063-CDBF-BA42-D590735E6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8465B-2CC5-75FE-ACC8-5D7ABA60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41F749-7A29-4EB2-7C09-0F023C01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705E8C-B21D-F598-A259-D9615030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2226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2F0135-39DC-7266-816A-85A7D082F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E38503-01A4-CD3A-EFE8-163A780A97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A6F06A-0543-5254-50B8-63C78B7C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3D65-6FF6-8734-1223-60013CCA8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982DFE-674F-46AF-AEAE-5234D5423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815411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28AE7F-CA64-FA69-D3C3-D4C0E3838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3F09D-A168-EA67-F65D-DC6949ADF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27FFFE-6AC9-C125-F328-CEB57056A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A8F18-552E-8761-8FFE-5AC31AEC3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DB71-2B3C-0031-7891-084BCBE7F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913840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AFA8409-CB04-3EB9-7C1A-708686D0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BF227-CE18-CB07-4D0E-4288F405A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02322-6AB0-9B0E-32D2-66ED14FC5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95FD0-7128-4ADC-A1C2-3F99D4187A1B}" type="datetimeFigureOut">
              <a:rPr lang="en-SG" smtClean="0"/>
              <a:t>3/7/2026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5336F9-C6BF-70F4-2229-575514EC62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724A6C-0DFA-AF02-4A6B-B8A0D6D28B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4C5045-908D-46F6-B93F-702A3D6D37E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42872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612B2-D3AD-9021-E88F-F2D7CA4F42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7187"/>
            <a:ext cx="7162800" cy="515937"/>
          </a:xfrm>
        </p:spPr>
        <p:txBody>
          <a:bodyPr>
            <a:normAutofit/>
          </a:bodyPr>
          <a:lstStyle/>
          <a:p>
            <a:pPr algn="l"/>
            <a:r>
              <a:rPr lang="en-SG" sz="2800" dirty="0">
                <a:latin typeface="Arial Black" panose="020B0A04020102020204" pitchFamily="34" charset="0"/>
              </a:rPr>
              <a:t>Cyberjaya Mosque – GBI Facilitator</a:t>
            </a:r>
          </a:p>
        </p:txBody>
      </p:sp>
      <p:pic>
        <p:nvPicPr>
          <p:cNvPr id="5" name="Picture 2" descr="Z:\ESD\VG\Cx\Cyberjaya mosque.jpg">
            <a:extLst>
              <a:ext uri="{FF2B5EF4-FFF2-40B4-BE49-F238E27FC236}">
                <a16:creationId xmlns:a16="http://schemas.microsoft.com/office/drawing/2014/main" id="{4D51977C-7140-D8C1-2630-E32EF10A04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9266" y="873124"/>
            <a:ext cx="9656074" cy="5856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9959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Arial Black</vt:lpstr>
      <vt:lpstr>Calibri</vt:lpstr>
      <vt:lpstr>Calibri Light</vt:lpstr>
      <vt:lpstr>Office Theme</vt:lpstr>
      <vt:lpstr>Cyberjaya Mosque – GBI Facilitator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Rubi</dc:creator>
  <cp:lastModifiedBy>Rubi</cp:lastModifiedBy>
  <cp:revision>1</cp:revision>
  <dcterms:created xsi:type="dcterms:W3CDTF">2026-07-03T06:26:01Z</dcterms:created>
  <dcterms:modified xsi:type="dcterms:W3CDTF">2026-07-03T06:26:08Z</dcterms:modified>
</cp:coreProperties>
</file>