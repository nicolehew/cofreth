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7" d="100"/>
          <a:sy n="67" d="100"/>
        </p:scale>
        <p:origin x="8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ADACB5-35AF-4EDC-EA5F-891F25C84E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A22328-3593-E96B-FD89-AEC80BA820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BAA520-2B23-D6B9-FE44-8C1AFFE5C2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878F8-B2AB-423E-99E9-50D82714635E}" type="datetimeFigureOut">
              <a:rPr lang="en-SG" smtClean="0"/>
              <a:t>3/7/2026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A6CE20-3455-4349-AF8D-0714554390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484217-4C54-9134-AEB3-1E0B007A4F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9FBDA-594D-4902-B507-D103BB100C0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5529747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257C7F-6240-AD2B-E897-AA02AF83CD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DFB2B4-4336-E3A8-6F11-0AD3B5D46D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191E35-89A2-8462-72E2-87A3CE782C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878F8-B2AB-423E-99E9-50D82714635E}" type="datetimeFigureOut">
              <a:rPr lang="en-SG" smtClean="0"/>
              <a:t>3/7/2026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9D4555-84DB-71CA-0DDB-3CBE2F2F2B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CE7921-3837-C4AB-37A9-BF14027EC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9FBDA-594D-4902-B507-D103BB100C0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6738690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64418F-5A41-752B-92F8-2D6E4AC040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B83109-B8B8-DF1C-2CE8-4674C74059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EB4509-F7A3-CB3B-AFDF-8FCB26E119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878F8-B2AB-423E-99E9-50D82714635E}" type="datetimeFigureOut">
              <a:rPr lang="en-SG" smtClean="0"/>
              <a:t>3/7/2026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DDE94D-0EF3-AD67-2E1A-EE406FD580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BA228E-9DE3-8477-14EE-F76164159A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9FBDA-594D-4902-B507-D103BB100C0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7325264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5FF7BD-9A72-6C8A-1AC1-2C093A7C24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836846-E9C9-E4E0-1842-58B9B4EC86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D07F7E-0231-3B36-37D0-412F5E9103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088E18-82D5-AD58-0C7A-C79014C214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878F8-B2AB-423E-99E9-50D82714635E}" type="datetimeFigureOut">
              <a:rPr lang="en-SG" smtClean="0"/>
              <a:t>3/7/2026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AF2A08-A625-5052-3734-8A34D32F9A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719ADA-6343-024B-A912-1137397C91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9FBDA-594D-4902-B507-D103BB100C0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9644233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8DC20D-5A30-0792-BBF7-55986F90AA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8063C4-E896-3335-DD9B-B0CDDD890F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054927-47E4-477C-1699-1B589228DF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67EB8DC-58C9-2B20-D826-DF86EBD4954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747F355-7A0F-C94F-EDC2-A39F8C0DCB5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103CF15-38B2-D56E-47C9-2819A88377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878F8-B2AB-423E-99E9-50D82714635E}" type="datetimeFigureOut">
              <a:rPr lang="en-SG" smtClean="0"/>
              <a:t>3/7/2026</a:t>
            </a:fld>
            <a:endParaRPr lang="en-S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E0458D1-0234-E887-27AA-DB5905619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8E00F9-E211-A7CA-75C2-BF82A9F0FF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9FBDA-594D-4902-B507-D103BB100C0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5388663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F3FADA-5750-7FB3-050E-62A4499646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C2180E7-7AC3-8E20-DC2A-3CE6CEC756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878F8-B2AB-423E-99E9-50D82714635E}" type="datetimeFigureOut">
              <a:rPr lang="en-SG" smtClean="0"/>
              <a:t>3/7/2026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1796F4-9525-0969-DF1C-E0A7729EB8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32B6E5-9DFC-C4DA-647C-CAFDF5D921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9FBDA-594D-4902-B507-D103BB100C0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7605317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CECE9F5-7D6B-561C-0C8F-A0247BDCE7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878F8-B2AB-423E-99E9-50D82714635E}" type="datetimeFigureOut">
              <a:rPr lang="en-SG" smtClean="0"/>
              <a:t>3/7/2026</a:t>
            </a:fld>
            <a:endParaRPr lang="en-S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B091DBB-9A46-2757-2A20-43FA18446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85C761-74D0-BB62-27C3-FD5C9B01B4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9FBDA-594D-4902-B507-D103BB100C0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6047777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D4DB70-40A0-CB11-DA1D-EFEC8853A8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CF2DF9-1268-0E43-B0FA-6195076018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9A6B13-EFF9-641D-F82D-037D680D4B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12A0D1-CE2C-0D0E-D9C4-E50320620B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878F8-B2AB-423E-99E9-50D82714635E}" type="datetimeFigureOut">
              <a:rPr lang="en-SG" smtClean="0"/>
              <a:t>3/7/2026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FDB43C-7F35-D5F9-E46C-47BDBF3A0E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6C24BE-6441-A65D-F555-59E852D354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9FBDA-594D-4902-B507-D103BB100C0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8536118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E70789-261E-4575-669A-CD498C25C3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3BFDEA9-07BD-C598-6E1C-654F718D053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234348-59B0-64F0-EB1B-166DC608A5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F1875E-A188-E50A-0647-BBA4D334DB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878F8-B2AB-423E-99E9-50D82714635E}" type="datetimeFigureOut">
              <a:rPr lang="en-SG" smtClean="0"/>
              <a:t>3/7/2026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AA6837-1E02-363D-C25E-10219067D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49E9C4-1624-FD44-388A-F3A00015F0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9FBDA-594D-4902-B507-D103BB100C0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4078341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85003-9A6E-D3F7-8A09-BCB8407FC5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2890F80-7C8A-3C19-35FF-7FB59C9617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904D6E-D93F-A76D-A5D1-112063028A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878F8-B2AB-423E-99E9-50D82714635E}" type="datetimeFigureOut">
              <a:rPr lang="en-SG" smtClean="0"/>
              <a:t>3/7/2026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5D8DDA-830A-123F-97B4-74F4A7AF8D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F0C04B-412D-D44E-59D9-BA5ADD8E03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9FBDA-594D-4902-B507-D103BB100C0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1946214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C7F4BA5-63B6-FD68-3023-FED11EB304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4C87DB-DF75-20F6-2DA3-3C01D29237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F3ADD8-41C9-4257-24CD-00A0A7A060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878F8-B2AB-423E-99E9-50D82714635E}" type="datetimeFigureOut">
              <a:rPr lang="en-SG" smtClean="0"/>
              <a:t>3/7/2026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74D610-D651-687A-B6BB-4E3525050D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EE22C2-2A72-04E4-CCED-8E92AC391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9FBDA-594D-4902-B507-D103BB100C0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6133636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FD79DC0-6E89-3733-1F31-5C14850BB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5B65EE-B8E4-1179-58E3-FDFACEEB8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396833-C906-F913-F745-1C3877AB127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7878F8-B2AB-423E-99E9-50D82714635E}" type="datetimeFigureOut">
              <a:rPr lang="en-SG" smtClean="0"/>
              <a:t>3/7/2026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D40065-33D3-3ABE-C4BB-4A4C9DE3F1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1D69F0-5ABF-ADEC-58C2-0A7F4713A5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89FBDA-594D-4902-B507-D103BB100C0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8004961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10A70C-1B3E-EFFA-9F20-8030924EA1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52563" y="207963"/>
            <a:ext cx="8877300" cy="606425"/>
          </a:xfrm>
        </p:spPr>
        <p:txBody>
          <a:bodyPr>
            <a:normAutofit/>
          </a:bodyPr>
          <a:lstStyle/>
          <a:p>
            <a:pPr algn="l"/>
            <a:r>
              <a:rPr lang="en-SG" sz="2800" dirty="0">
                <a:latin typeface="Arial Black" panose="020B0A04020102020204" pitchFamily="34" charset="0"/>
              </a:rPr>
              <a:t>BRITISH AMERICAN TOBACCO</a:t>
            </a:r>
          </a:p>
        </p:txBody>
      </p:sp>
      <p:pic>
        <p:nvPicPr>
          <p:cNvPr id="5" name="Picture 7174" descr="C:\Documents and Settings\Shamini Vel\Desktop\idfm\bat pic.jpg">
            <a:extLst>
              <a:ext uri="{FF2B5EF4-FFF2-40B4-BE49-F238E27FC236}">
                <a16:creationId xmlns:a16="http://schemas.microsoft.com/office/drawing/2014/main" id="{1829A1AE-0FF6-53FE-1BF7-ED600A04C6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88257" y="992201"/>
            <a:ext cx="9205911" cy="52205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507006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Arial Black</vt:lpstr>
      <vt:lpstr>Calibri</vt:lpstr>
      <vt:lpstr>Calibri Light</vt:lpstr>
      <vt:lpstr>Office Theme</vt:lpstr>
      <vt:lpstr>BRITISH AMERICAN TOBACCO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Rubi</dc:creator>
  <cp:lastModifiedBy>Rubi</cp:lastModifiedBy>
  <cp:revision>1</cp:revision>
  <dcterms:created xsi:type="dcterms:W3CDTF">2026-07-03T06:23:57Z</dcterms:created>
  <dcterms:modified xsi:type="dcterms:W3CDTF">2026-07-03T06:24:04Z</dcterms:modified>
</cp:coreProperties>
</file>